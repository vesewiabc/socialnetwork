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50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18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ПРОФЕССИОНАЛЬНОЕ ОБРАЗОВАТЕЛЬНОЕ ЧАСТНОЕ УЧРЕЖДЕНИЕ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«ИЖЕВСКИЙ ТЕХНИКУМ ЭКОНОМИКИ, УПРАВЛЕНИЯ И ПРАВА УДМУРТПОТРЕБСОЮЗА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15796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информационной системы парка аттракциона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2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Чутов Кирилл Денисович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5417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Специальность: </a:t>
            </a:r>
            <a:r>
              <a:rPr lang="en-US" sz="2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09.02.07 Информационные системы и программирование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236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ИСП 34-9</a:t>
            </a:r>
            <a:r>
              <a:rPr lang="ru-RU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/>
              <a:t>Курс</a:t>
            </a:r>
            <a:r>
              <a:rPr lang="en-US" sz="2000" dirty="0"/>
              <a:t>: 3   </a:t>
            </a:r>
            <a:r>
              <a:rPr lang="ru-RU" sz="2000" dirty="0"/>
              <a:t>  </a:t>
            </a:r>
            <a:r>
              <a:rPr lang="en-US" sz="2000" dirty="0" err="1"/>
              <a:t>Форма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: </a:t>
            </a:r>
            <a:r>
              <a:rPr lang="en-US" sz="2000" dirty="0" err="1"/>
              <a:t>Очная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Ижевск · ИТЭУП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786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Нет единой базы данных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ведётся в разрозненных таблицах Excel, данные не связаны между собой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73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Ручное ведение журналов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Журналы ТО заполняются вручную, контроль сроков обслуживания затруднён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24912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Задержки в отчётности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0540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отчёты формируются вручную — высокий риск ошибок и потеря времени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12464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Нет контроля оборудования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40416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оперативно отследить статус и техсостояние всех аттракционов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726948"/>
            <a:ext cx="4206240" cy="1965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6592" y="8458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КУРСОВОЙ РАБОТЫ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126187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АИС сопровождения парка аттракционов для комплексной автоматизации основных бизнес-процессов предприятия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2852928"/>
            <a:ext cx="420624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273552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246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существующих аналогов АИС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3566160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538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 предприятия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3858768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технического задания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4151376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4123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модели БД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4443984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416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сопровождению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СУЩЕСТВУЮЩИХ АНАЛОГОВ АИС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738980"/>
              </p:ext>
            </p:extLst>
          </p:nvPr>
        </p:nvGraphicFramePr>
        <p:xfrm>
          <a:off x="365760" y="731520"/>
          <a:ext cx="8412480" cy="37124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Критерий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Парк-Менеджер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Semnox Parafait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ROLLER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Разраб. АИС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Управление аттракционами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Модуль ТО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Отчётность и аналитика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Работа без Интернет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Стоимость внедрения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Средняя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Низкая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Русский интерфейс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СИСТЕМЫ · АВТОРИЗАЦИЯ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3017520" cy="393192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566160" y="86868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66160" y="868680"/>
            <a:ext cx="64008" cy="8046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98164" y="9464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0332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доступ: справочники, пользователи, все модули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28800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30168" y="1883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033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Отчёты, расписание, управление персоналом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0" y="278892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2788920"/>
            <a:ext cx="64008" cy="80467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2871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033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билетов, просмотр расписания работы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66160" y="374904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66160" y="3749040"/>
            <a:ext cx="64008" cy="804672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66744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033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ТО, регистрация неисправностей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· ДАШБОРД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79476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информация о работе парка в реальном времени: аттракционы, продажи, выручка, статусы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УПРАВЛЕНИЕ АТТРАКЦИОНАМИ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029200" cy="237744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5029200" cy="15544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577840" y="777240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577840" y="777240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15000" y="822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28 аттракционов с поиском и фильтрацией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618488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77840" y="1618488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16642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Типы: Детский, Семейный, Экстремальный, Интерактивный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0" y="2459736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2459736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50545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работает / на обслуживании / неисправен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577840" y="3300984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77840" y="3300984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34670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 ответственного техника за аттракционом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577840" y="4142232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4142232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41879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Добавление, редактирование, удаление записей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ПРОДАЖА БИЛЕТОВ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029200" cy="29260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731520"/>
            <a:ext cx="3474720" cy="40690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365760" y="37490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продаж с фильтрацией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0" y="4846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оформления билета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ТЕХНИЧЕСКОЕ ОБСЛУЖИВАНИЕ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3832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Плановое ТО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50592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450592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87752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Внеплановый ремонт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26864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4024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обслуживание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03136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03136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0296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УПРАВЛЕНИЕ ПЕРСОНАЛОМ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760720" cy="374904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7920" y="7772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45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777240"/>
            <a:ext cx="64008" cy="8229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822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функциям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737360"/>
            <a:ext cx="64008" cy="82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2075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Отчёты, персонал, расписание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697480"/>
            <a:ext cx="64008" cy="822960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билетов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A1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657600"/>
            <a:ext cx="64008" cy="822960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3995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ТО, неисправности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ОТЧЁТЫ И АНАЛИТИКА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79476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по аттракционам · Популярность · Виды ТО · Состояние парка — всё в одном экране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БАЗА ДАННЫХ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Web-сервер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64008" cy="1005840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11680"/>
            <a:ext cx="64008" cy="1005840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интерфейс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11680"/>
            <a:ext cx="64008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Windows 10+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ОС, автономная работа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таблицы БД: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Аттракционы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Сотрудники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Билеты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Техобслуживание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СОПРОВОЖДЕНИЮ АИС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417320" cy="822960"/>
          </a:xfrm>
          <a:prstGeom prst="rect">
            <a:avLst/>
          </a:prstGeom>
          <a:solidFill>
            <a:srgbClr val="2D9E5E">
              <a:alpha val="12000"/>
            </a:srgbClr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7724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1952" y="82296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работоспособности · Контроль диска · Наличие резервных копий БД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1417320" cy="822960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3736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01952" y="178308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журналов ошибок · Проверка актуальности статусов аттракционов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A1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1417320" cy="822960"/>
          </a:xfrm>
          <a:prstGeom prst="rect">
            <a:avLst/>
          </a:prstGeom>
          <a:solidFill>
            <a:srgbClr val="E89A1E">
              <a:alpha val="12000"/>
            </a:srgbClr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9748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274320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зависимостей Python · Анализ производительности · Очистка старых данных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45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1417320" cy="822960"/>
          </a:xfrm>
          <a:prstGeom prst="rect">
            <a:avLst/>
          </a:prstGeom>
          <a:solidFill>
            <a:srgbClr val="D64045">
              <a:alpha val="12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65760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Ежеквартально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01952" y="370332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учётных записей · Смена паролей · Проверка безопасности системы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8686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3 аналогов АИС, выявлены ключевые недостатки для среднего парка аттракционов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27632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27632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6733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ТЗ, спроектирована реляционная БД из 6 таблиц (SQLite / PostgreSQL)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32304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32304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47802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5 модулей: аттракционы, билеты, техобслуживание, сотрудники, отчётность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36976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32826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Разработаны рекомендации по сопровождению: ежедневные, еженедельные, ежемесячные задачи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41648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4164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40873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готова к внедрению в ООО «АттракционПарк» для повышения эффективности управления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571</Words>
  <Application>Microsoft Office PowerPoint</Application>
  <PresentationFormat>Экран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АИС Парка Аттракционов</dc:title>
  <dc:subject>PptxGenJS Presentation</dc:subject>
  <dc:creator>PptxGenJS</dc:creator>
  <cp:lastModifiedBy>Семёнов Егор</cp:lastModifiedBy>
  <cp:revision>3</cp:revision>
  <dcterms:created xsi:type="dcterms:W3CDTF">2026-05-28T21:39:16Z</dcterms:created>
  <dcterms:modified xsi:type="dcterms:W3CDTF">2026-05-28T21:59:48Z</dcterms:modified>
</cp:coreProperties>
</file>